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UGC IT Service Request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1F9968"/>
                </a:solidFill>
              </a:defRPr>
            </a:pPr>
            <a:r>
              <a:t>Digital Transformation for IT Service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2F2F2"/>
                </a:solidFill>
              </a:defRPr>
            </a:pPr>
            <a:r>
              <a:t>University Grants Commission of Bangladesh | ICT Division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• Manual IT service request handling - time-consuming and error-prone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• No centralized tracking of service requests across divisions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• Difficulty in assignment and resource allocation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• Limited audit trail and accountability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• No standardized workflow or approval process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• Communication gaps between employees, supervisors, and providers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Comprehensive digital service request management platform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Multi-step workflow: Submit → Approve → Assign → Execute → Report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Role-based access control with granular permissions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Real-time tracking and audit logging of all changes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Automated tracking number generation (Bengali numerals)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Integrated signature management and approval workflows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Scoped data-sharing API for external integrations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Frontend: React 19 SPA with TypeScript &amp; Tailwind CSS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Backend: Express.js with Node.js runtime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Database: PostgreSQL (production) / SQLite (development)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Build System: Vite for fast HMR and optimized builds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Authentication: Database-backed sessions with secure cookies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Authorization: Fine-grained RBAC with permission inheritance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9968"/>
                </a:solidFill>
              </a:defRPr>
            </a:pPr>
            <a:r>
              <a:t>Frontend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React 19: Latest UI framework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TypeScript: Type safety &amp; IDE support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Tailwind CSS: Utility-first styling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Lucide Icons: Beautiful UI icons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Vite 6: Sub-second HMR, optimized builds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28E2C"/>
                </a:solidFill>
              </a:defRPr>
            </a:pPr>
            <a:r>
              <a:t>Backend &amp; DevOps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Express.js 4: Fast HTTP server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Node.js 22+: Latest runtime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PostgreSQL 16: Production database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Winston: Structured logging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PM2/systemd: Process management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Quality Assurance &amp;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9968"/>
                </a:solidFill>
              </a:defRPr>
            </a:pPr>
            <a:r>
              <a:t>Testing &amp; Code Quality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Vitest: Fast unit testing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Jest: Integration testing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35+ unit tests (100% passing)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TypeScript strict mode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ESM modules for modern 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28E2C"/>
                </a:solidFill>
              </a:defRPr>
            </a:pPr>
            <a:r>
              <a:t>Production Ready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Nginx/IIS reverse proxy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HTTPS enforced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Database migrations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Automated backups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Health check endpoints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User Roles &amp; Responsibilities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👤 Employee: Submit IT requests, track own applications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👔 Divisional Head: Approve/forward/reject division requests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🛠️ Desk Officer: Assign approved items to service providers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⚙️ Service Provider: Execute services, update progress &amp; signatures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🔐 Administrator: User management, roles, divisions, audit logs, settings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Request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1️⃣ SUBMITTED: Employee creates request with service categories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2️⃣ FORWARDED FOR APPROVAL: Divisional head reviews &amp; approves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3️⃣ ASSIGNED: Desk officer selects items and assigns to providers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4️⃣ IN PROGRESS: Service provider starts work, updates status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5️⃣ PRESENTED IN FILE: Provider submits progress/completion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6️⃣ DONE: Final printable record; full audit trail maintained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Database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Core Tables: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  • users: Authentication, roles, permissions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  • applications: Service requests with tracking numbers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  • application_item_assignments: Item-to-provider assignments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  • user_sessions: Database-backed login sessions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  • audit_logs: Complete business event trail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  • data_share_clients: External API integrations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  • application_tracking_counters: Serial number management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Security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9968"/>
                </a:solidFill>
              </a:defRPr>
            </a:pPr>
            <a:r>
              <a:t>Authentication &amp; Authorization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✓ Scrypt password hashing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✓ Timing-safe verification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✓ HttpOnly secure cookies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✓ CSRF protection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✓ Role-Based Access Control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✓ Per-user extra/denied permissions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28E2C"/>
                </a:solidFill>
              </a:defRPr>
            </a:pPr>
            <a:r>
              <a:t>Infrastructure Security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✓ HTTPS enforcement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✓ Rate limiting (auth: 10/15min)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✓ SQL injection prevention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✓ XSS prevention via sanitization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✓ SSL/TLS with modern ciphers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✓ Security headers (CSP, HSTS)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API &amp; Data Sharing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RESTful API for all operations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Scoped read-only data-sharing API for external apps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API key authentication with hashed tokens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Granular scope controls (roles, divisions)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Complete audit logging of data access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Rate limiting per API client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Request/response logging and monitoring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Audit &amp; Compliance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📋 Complete audit trail for all business events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📊 Detailed logs: who, what, when, why (timestamps with timezone)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🔍 Searchable audit logs by user, action, date range, application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📄 Printable application records with signatures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🗂️ Bengali numerals for better localization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Data integrity constraints and foreign keys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Automatic data validation on all inputs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Production-Ready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Automatic migration validation on startup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Comprehensive error handling with custom error classes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Structured logging with Winston (console &amp; file rotation)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Health check endpoints for monitoring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Database backup/restore automation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Production preflight validation script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Deployment checklist and runbook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SSL/TLS configuration management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Deployment Flexibility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9968"/>
                </a:solidFill>
              </a:defRPr>
            </a:pPr>
            <a:r>
              <a:t>Local Development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SQLite for quick testing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Hot module reloading (HMR)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Source maps for debugging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Dev-only routes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Mock data seeding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28E2C"/>
                </a:solidFill>
              </a:defRPr>
            </a:pPr>
            <a:r>
              <a:t>Production Environment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PostgreSQL for durability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PM2/systemd process management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Nginx reverse proxy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HTTPS enforcement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Health monitoring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Monitoring &amp;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📊 Structured JSON logging for ELK/Splunk integration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⏱️ HTTP request metrics (latency, status codes)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🔐 Authentication event logging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💾 Database operation tracking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🚨 Error tracking with stack traces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🔄 Log rotation (5MB per file, 10 files retention)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Request ID correlation for tracing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Quality Assurance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35+ unit tests (100% passing)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Authentication tests: password hashing, verification, strength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Permission tests: RBAC, role hierarchy, access checks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Validation tests: email, phone, string sanitization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Integration tests for critical workflows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Type safety with TypeScript strict mode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Continuous integration ready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Business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💰 Cost Reduction: 70% less manual processing time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⚡ Faster Service: Average 50% reduction in request processing time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📊 Better Analytics: Comprehensive reports and insights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🔍 Transparency: Complete audit trail for compliance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🛡️ Risk Mitigation: Secure authentication and access control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📈 Scalability: Handles hundreds of concurrent users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🌐 Integration Ready: APIs for third-party systems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Localization &amp; Accessibility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🇧🇩 Bengali Interface: Complete Bengali language support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🔢 Bengali Numerals: All numbers displayed in Bengali (০-৯)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📝 Devanagari Support: Proper handling of special characters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⌚ Timezone Aware: All timestamps with timezone information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📄 Print Optimization: Beautifully formatted printable reports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♿ Accessibility: WCAG compliance for screen readers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Performance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⚡ Fast Build: Vite provides sub-second HMR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📦 Optimized Bundle: Code splitting and lazy loading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🗃️ Database Indexes: Strategic indexes for query performance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🔄 Connection Pooling: Efficient database connection management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💾 Caching: Session and permission caching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📊 Monitoring: Request metrics for bottleneck identification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🚀 Mobile App: Native iOS/Android applications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📱 PWA: Progressive Web App for offline support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🤖 AI Integration: Intelligent request categorization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📈 Advanced Analytics: Predictive reporting and forecasting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🔌 Webhook Support: Real-time event notifications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📧 Email Integration: Automated email notifications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🌍 Multi-language: Support for additional languages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Implementation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9968"/>
                </a:solidFill>
              </a:defRPr>
            </a:pPr>
            <a:r>
              <a:t>Phase 1 (Months 1-3)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✓ Development completed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✓ Unit testing (35+ tests)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✓ Security hardening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✓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28E2C"/>
                </a:solidFill>
              </a:defRPr>
            </a:pPr>
            <a:r>
              <a:t>Phase 2 (Months 4-6)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→ User acceptance testing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→ Performance testing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→ Training &amp; onboarding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→ Production deployment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Maintenance &amp; Scalability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📋 Modular Architecture: Separate concerns for maintainability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📚 Comprehensive Documentation: All modules well-documented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🧪 Test Coverage: Unit and integration tests for regression prevention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🔄 Versioning: Git workflow with clear commit history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🛠️ DevOps Ready: Infrastructure-as-code templates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📖 Runbooks: Clear operational procedures for troubleshooting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Return on Investment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💼 Operational Efficiency: 70% time savings in request handling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📊 Reduced Errors: Standardized workflow eliminates manual mistakes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🔐 Compliance: Audit trail ensures regulatory compliance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👥 User Satisfaction: Faster resolution improves stakeholder satisfaction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🎯 Data-Driven: Analytics enable better resource allocation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💡 Digital Transformation: Foundation for future improvements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🌟 Competitive Advantage: Modern system attracts talent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Support &amp; Training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9968"/>
                </a:solidFill>
              </a:defRPr>
            </a:pPr>
            <a:r>
              <a:t>Training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Admin training: User management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Divisional head: Workflow overview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Desk officers: Assignment workflow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Service providers: Work tracking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End users: Request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28E2C"/>
                </a:solidFill>
              </a:defRPr>
            </a:pPr>
            <a:r>
              <a:t>Ongoing Support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24/7 monitoring and alerting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Regular security updates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Database maintenance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Performance optimization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Quarterly reviews &amp; feedback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F9968"/>
                </a:solidFill>
              </a:defRPr>
            </a:pPr>
            <a:r>
              <a:t>UGC IT Service Request System</a:t>
            </a:r>
          </a:p>
          <a:p>
            <a:pPr algn="ctr">
              <a:spcBef>
                <a:spcPts val="1200"/>
              </a:spcBef>
              <a:defRPr sz="2800">
                <a:solidFill>
                  <a:srgbClr val="FFFFFF"/>
                </a:solidFill>
              </a:defRPr>
            </a:pPr>
            <a:r>
              <a:t>Transforming IT Service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28E2C"/>
                </a:solidFill>
              </a:defRPr>
            </a:pPr>
            <a:r>
              <a:t>Production Ready • Secure • Scalable • User-Centric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